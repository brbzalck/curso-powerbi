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vendido por período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vendido por período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vendido por categoria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BotãoBarras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BotãoBarras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decompositionTreeVisual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Comparação de vendas Ano x Ano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Acumulado Ano atual x Ano anterior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Categoria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LocalidadeBotão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keyDriversVisual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powerKPI462CE5C2666F4EC8A8BDD7E5587320A3</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9b271504-882d-4694-b33d-b141eb4c6d28?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9e6fa54d823b42ea" /><Relationship Type="http://schemas.openxmlformats.org/officeDocument/2006/relationships/slideLayout" Target="/ppt/slideLayouts/slideLayout8.xml" Id="R2562e192afac4a48" /><Relationship Type="http://schemas.openxmlformats.org/officeDocument/2006/relationships/hyperlink" Target="https://app.powerbi.com/groups/me/reports/9b271504-882d-4694-b33d-b141eb4c6d28/?pbi_source=PowerPoint" TargetMode="External" Id="RelId0" /><Relationship Type="http://schemas.openxmlformats.org/officeDocument/2006/relationships/image" Target="/ppt/media/image4.png" Id="imgId343931614"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0c56eb0df1474cf9" /><Relationship Type="http://schemas.openxmlformats.org/officeDocument/2006/relationships/slideLayout" Target="/ppt/slideLayouts/slideLayout8.xml" Id="Rbfa1f5a830c34c3c" /><Relationship Type="http://schemas.openxmlformats.org/officeDocument/2006/relationships/hyperlink" Target="https://app.powerbi.com/groups/me/reports/9b271504-882d-4694-b33d-b141eb4c6d28/?pbi_source=PowerPoint" TargetMode="External" Id="RelId1" /><Relationship Type="http://schemas.openxmlformats.org/officeDocument/2006/relationships/image" Target="/ppt/media/image5.png" Id="imgId343931615"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8b6d039a47b14480" /><Relationship Type="http://schemas.openxmlformats.org/officeDocument/2006/relationships/slideLayout" Target="/ppt/slideLayouts/slideLayout8.xml" Id="R52de8eaf615f43b6" /><Relationship Type="http://schemas.openxmlformats.org/officeDocument/2006/relationships/hyperlink" Target="https://app.powerbi.com/groups/me/reports/9b271504-882d-4694-b33d-b141eb4c6d28/?pbi_source=PowerPoint" TargetMode="External" Id="RelId2" /><Relationship Type="http://schemas.openxmlformats.org/officeDocument/2006/relationships/image" Target="/ppt/media/image6.png" Id="imgId343931616"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50b9a2f52b154f19" /><Relationship Type="http://schemas.openxmlformats.org/officeDocument/2006/relationships/slideLayout" Target="/ppt/slideLayouts/slideLayout8.xml" Id="Rff5638d4f0544dc9" /><Relationship Type="http://schemas.openxmlformats.org/officeDocument/2006/relationships/hyperlink" Target="https://app.powerbi.com/groups/me/reports/9b271504-882d-4694-b33d-b141eb4c6d28/?pbi_source=PowerPoint" TargetMode="External" Id="RelId3" /><Relationship Type="http://schemas.openxmlformats.org/officeDocument/2006/relationships/image" Target="/ppt/media/image7.png" Id="imgId343931617"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3e1863713c554bee" /><Relationship Type="http://schemas.openxmlformats.org/officeDocument/2006/relationships/slideLayout" Target="/ppt/slideLayouts/slideLayout8.xml" Id="Rcea03d1b3910440f" /><Relationship Type="http://schemas.openxmlformats.org/officeDocument/2006/relationships/hyperlink" Target="https://app.powerbi.com/groups/me/reports/9b271504-882d-4694-b33d-b141eb4c6d28/?pbi_source=PowerPoint" TargetMode="External" Id="RelId4" /><Relationship Type="http://schemas.openxmlformats.org/officeDocument/2006/relationships/image" Target="/ppt/media/image8.png" Id="imgId34393161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cb8ec6b224164ec0" /><Relationship Type="http://schemas.openxmlformats.org/officeDocument/2006/relationships/slideLayout" Target="/ppt/slideLayouts/slideLayout8.xml" Id="R38ce7128edbd445a" /><Relationship Type="http://schemas.openxmlformats.org/officeDocument/2006/relationships/hyperlink" Target="https://app.powerbi.com/groups/me/reports/9b271504-882d-4694-b33d-b141eb4c6d28/?pbi_source=PowerPoint" TargetMode="External" Id="RelId5" /><Relationship Type="http://schemas.openxmlformats.org/officeDocument/2006/relationships/image" Target="/ppt/media/image9.png" Id="imgId343931619"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03cf3d1ef71344cb" /><Relationship Type="http://schemas.openxmlformats.org/officeDocument/2006/relationships/slideLayout" Target="/ppt/slideLayouts/slideLayout8.xml" Id="R1b4808211aa54a0e" /><Relationship Type="http://schemas.openxmlformats.org/officeDocument/2006/relationships/hyperlink" Target="https://app.powerbi.com/groups/me/reports/9b271504-882d-4694-b33d-b141eb4c6d28/?pbi_source=PowerPoint" TargetMode="External" Id="RelId6" /><Relationship Type="http://schemas.openxmlformats.org/officeDocument/2006/relationships/image" Target="/ppt/media/imagea.png" Id="imgId343931620"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389c8c37001e41c0" /><Relationship Type="http://schemas.openxmlformats.org/officeDocument/2006/relationships/slideLayout" Target="/ppt/slideLayouts/slideLayout8.xml" Id="Rd295d66815874972" /><Relationship Type="http://schemas.openxmlformats.org/officeDocument/2006/relationships/hyperlink" Target="https://app.powerbi.com/groups/me/reports/9b271504-882d-4694-b33d-b141eb4c6d28/?pbi_source=PowerPoint" TargetMode="External" Id="RelId7" /><Relationship Type="http://schemas.openxmlformats.org/officeDocument/2006/relationships/image" Target="/ppt/media/imageb.png" Id="imgId343931621"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0e640cbe0e324197" /><Relationship Type="http://schemas.openxmlformats.org/officeDocument/2006/relationships/slideLayout" Target="/ppt/slideLayouts/slideLayout8.xml" Id="R2918f84247114503" /><Relationship Type="http://schemas.openxmlformats.org/officeDocument/2006/relationships/hyperlink" Target="https://app.powerbi.com/groups/me/reports/9b271504-882d-4694-b33d-b141eb4c6d28/?pbi_source=PowerPoint" TargetMode="External" Id="RelId8" /><Relationship Type="http://schemas.openxmlformats.org/officeDocument/2006/relationships/image" Target="/ppt/media/imagec.png" Id="imgId34393162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Projeto 2</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24/07/2025 00:01:17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23/07/2025 23:46:26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extbox ,advancedSlicerVisual ,Total vendido por período ,pageNavigator ,actionButton ,actionButton ,actionButton ,actionButton.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34393161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inicio</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cardVisual ,Total vendido por período ,Total vendido por categoria ,azureMap ,textbox ,advancedSlicerVisual ,slicer ,textbox ,clusteredBarChart ,tableEx ,clusteredBarChart ,actionButton ,BotãoBarras ,BotãoBarras ,pageNavigato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34393161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vendas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advancedSlicerVisual ,slicer ,textbox ,textbox ,decompositionTreeVisual ,tableEx ,pageNavigato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34393161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vendedores</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extbox ,advancedSlicerVisual ,textbox ,slicer ,cardVisual ,Comparação de vendas Ano x Ano ,Acumulado Ano atual x Ano anterior ,Categoria ,LocalidadeBotão ,pivotTable ,actionButton ,pageNavigato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34393161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ano x ano</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extbox ,advancedSlicerVisual ,textbox ,slicer ,cardVisual ,columnChart ,pivotTable ,slicer ,cardVisual ,pageNavigator.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34393161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Simulação</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gauge ,cardVisual.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343931619"/>
          <a:stretch xmlns:a="http://schemas.openxmlformats.org/drawingml/2006/main">
            <a:fillRect/>
          </a:stretch>
        </p:blipFill>
        <p:spPr>
          <a:xfrm xmlns:a="http://schemas.openxmlformats.org/drawingml/2006/main">
            <a:off x="4572000" y="2190750"/>
            <a:ext cx="3048000" cy="24765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tooltip</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tableEx ,actionButton ,card.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34393162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Detalhes</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keyDriversVisual.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34393162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Página 1</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powerKPI462CE5C2666F4EC8A8BDD7E5587320A3.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34393162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Página 2</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